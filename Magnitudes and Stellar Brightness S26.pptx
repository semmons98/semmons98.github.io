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cadb72f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cadb72f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cadb72f2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cadb72f2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cadb72f2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cadb72f2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cadb72f2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cadb72f2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cadb72f2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cadb72f2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cadb72f2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cadb72f2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cadb72f2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cadb72f2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cadb72f2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cadb72f2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cadb72f2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cadb72f2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cadb72f2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cadb72f2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Next week is spring break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 class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After that we have one more night lab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Mid-Semester Reminder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Please do not use AI to complete your labs</a:t>
            </a:r>
            <a:endParaRPr>
              <a:solidFill>
                <a:schemeClr val="dk1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</a:rPr>
              <a:t>I can tell</a:t>
            </a:r>
            <a:endParaRPr sz="1200">
              <a:solidFill>
                <a:schemeClr val="dk1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 have had to make one report so far (both my classes combined) (better than last semester)</a:t>
            </a:r>
            <a:endParaRPr sz="1200">
              <a:solidFill>
                <a:schemeClr val="dk1"/>
              </a:solidFill>
            </a:endParaRPr>
          </a:p>
          <a:p>
            <a:pPr indent="-3048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But there are more I have </a:t>
            </a:r>
            <a:r>
              <a:rPr lang="en" sz="1200">
                <a:solidFill>
                  <a:schemeClr val="dk1"/>
                </a:solidFill>
              </a:rPr>
              <a:t>suspicions</a:t>
            </a:r>
            <a:r>
              <a:rPr lang="en" sz="1200">
                <a:solidFill>
                  <a:schemeClr val="dk1"/>
                </a:solidFill>
              </a:rPr>
              <a:t> about</a:t>
            </a:r>
            <a:endParaRPr sz="12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Next class is the last time to turn in any lab from the first half of the semester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Any lab from today or </a:t>
            </a:r>
            <a:r>
              <a:rPr lang="en">
                <a:solidFill>
                  <a:schemeClr val="dk1"/>
                </a:solidFill>
              </a:rPr>
              <a:t>earlier</a:t>
            </a:r>
            <a:r>
              <a:rPr lang="en">
                <a:solidFill>
                  <a:schemeClr val="dk1"/>
                </a:solidFill>
              </a:rPr>
              <a:t> will not be accepted after that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Magnitudes and Stellar Brightness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From Previous Labs (Parsecs)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unit of distance, not time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Equal to 3.26156 ly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Comes from the apparent movement (parallax) of the object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1 pc is the distance to an object with a parallax angle of 1 arcsecond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1393" y="3438950"/>
            <a:ext cx="5022607" cy="17045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38946"/>
            <a:ext cx="4572000" cy="1704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From Previous Labs (Stellar Nomenclature)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Proper name is a Greek letter and the name of the constellation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Usually, the brightest gets α, second brightest gets 𝛃, etc…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But there are exceptions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08397"/>
            <a:ext cx="6176049" cy="213510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" name="Google Shape;76;p16"/>
          <p:cNvPicPr preferRelativeResize="0"/>
          <p:nvPr/>
        </p:nvPicPr>
        <p:blipFill rotWithShape="1">
          <a:blip r:embed="rId4">
            <a:alphaModFix/>
          </a:blip>
          <a:srcRect b="27119" l="23792" r="26796" t="24017"/>
          <a:stretch/>
        </p:blipFill>
        <p:spPr>
          <a:xfrm>
            <a:off x="6176050" y="1646800"/>
            <a:ext cx="2967950" cy="34966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Review From Previous Labs (Apparent Magnitude)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Previously I mentioned magnitude - how bright a star is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More specifically we discussed “Apparent Magnitude”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This is how bright things appear to be - further objects look less bright than they actually are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Important details: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Inverse Scale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Smaller = Bigger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Logarithmic Scale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A difference of 1 magnitude is a difference of 2.512 times in terms of brightness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9087" y="3487425"/>
            <a:ext cx="3465826" cy="16560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 of the Magnitude scale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Hipparchus </a:t>
            </a:r>
            <a:r>
              <a:rPr lang="en" sz="1200">
                <a:solidFill>
                  <a:schemeClr val="dk1"/>
                </a:solidFill>
              </a:rPr>
              <a:t>(the ancient astronomer, not the telescope)</a:t>
            </a:r>
            <a:r>
              <a:rPr lang="en">
                <a:solidFill>
                  <a:schemeClr val="dk1"/>
                </a:solidFill>
              </a:rPr>
              <a:t> divided the stars into 6 categories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The brightest were “1st magnitude” and the faintest were “6th magnitude” with the rest inbetween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This is why the scale is reversed with smaller numbers being brighter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This has been expanded in the modern version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Now we have negative numbers and bigger (fainter) numbers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It also applies to things other than stars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Like the Moon, planets, and galaxies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3800" y="3379201"/>
            <a:ext cx="2241874" cy="1764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5675" y="2354075"/>
            <a:ext cx="2241875" cy="27894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Apparent Magnitude vs Absolute Magnitude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Apparent magnitude depends on your distance to the object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Absolute magnitude assumes the same distance for all objects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It is a way to describe how bright it actually is (relative to other stars)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It is how bright the star would be if it was exactly 10 parsecs away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A close-up of a blue circle&#10;&#10;Description automatically generated" id="98" name="Google Shape;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0025" y="2571753"/>
            <a:ext cx="4863950" cy="255698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Absolute Magnitude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Absolute Magnitude still has these i</a:t>
            </a:r>
            <a:r>
              <a:rPr lang="en">
                <a:solidFill>
                  <a:schemeClr val="dk1"/>
                </a:solidFill>
              </a:rPr>
              <a:t>mportant details: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Inverse Scale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Smaller = Bigger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Logarithmic Scale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A difference of 1 magnitude is a difference of about 2.512 times in terms of brightness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04800"/>
            <a:ext cx="3979951" cy="223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5641" y="2904800"/>
            <a:ext cx="5818359" cy="223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 Color and Temperature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5971800" cy="3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While spectral lines are impacted by composition (Spectroscopy Lab)…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 something as hot as a star, the color you see depends on the temperature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Think metal changing color as it heats up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 stars, red means a (relatively) cool temperature, and white/blue means a hot temperature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We’ll discuss more about what causes stars to have different temperatures in the upcoming HR Diagrams Lab</a:t>
            </a:r>
            <a:endParaRPr sz="14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But for now, in simple terms, if we know the star’s color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→ We know its temperature, and if we know its temperature (and physical size) 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→ We know how intrinsically bright (absolute magnitude) it is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3499" y="550138"/>
            <a:ext cx="2860626" cy="189774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3504" y="2447888"/>
            <a:ext cx="2860633" cy="2145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 Break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If we know both the absolute magnitude and the apparent magnitude, we can calculate the distance to the star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This equation is given in your lab script: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It </a:t>
            </a:r>
            <a:r>
              <a:rPr lang="en">
                <a:solidFill>
                  <a:schemeClr val="dk1"/>
                </a:solidFill>
              </a:rPr>
              <a:t>shows the mathematical relationship between both magnitudes and distance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m = apparent magnitude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M = absolute magnitude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d = distance (in parsecs)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 your lab, you need to find the distance based on the magnitudes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So I will work through this on the board with you to solve for 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0275" y="1743392"/>
            <a:ext cx="2594357" cy="423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Constellation sketch (similar to Intro to the Night Sky Lab)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Include cardinal directions and at least 8 stars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Use dot size to indicate star brightness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Estimate the apparent magnitude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We know the brightest stars are Sirius (-1.5) and Vega (0.0)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And we know the faintest visible stars are about 3.5 to 4 (normally closer to 7, but we have a lot of light pollution)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Page 5 gives a good walkthrough on how to do this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Do it again but with a telescope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This time the faintest stars will be roughly 7 magnitude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 the internet/stargazing app to find the actual magnitudes instead of the Audubon Guide </a:t>
            </a:r>
            <a:r>
              <a:rPr lang="en" sz="1200">
                <a:solidFill>
                  <a:schemeClr val="dk1"/>
                </a:solidFill>
              </a:rPr>
              <a:t>(You can use the Audubon guide if want though)</a:t>
            </a:r>
            <a:endParaRPr sz="12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Question 4 - Use multiplication, not addition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8" name="Google Shape;128;p23" title="20260304_19124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4373" y="0"/>
            <a:ext cx="2389626" cy="24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